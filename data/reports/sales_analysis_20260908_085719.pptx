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KiranaPilot Sales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Sales performance for the last 7 days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Total Sales: ₹1194.00</a:t>
            </a:r>
            <a:br/>
            <a:br/>
            <a:r>
              <a:t>Total Bills: 12</a:t>
            </a:r>
            <a:br/>
            <a:br/>
            <a:r>
              <a:t>Average Bill Value: ₹99.50</a:t>
            </a:r>
            <a:br/>
            <a:br/>
            <a:r>
              <a:t>Analysis Period: 7 days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Daily Sales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6400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3200400"/>
              </a:tblGrid>
              <a:tr h="514350">
                <a:tc>
                  <a:txBody>
                    <a:bodyPr/>
                    <a:lstStyle/>
                    <a:p>
                      <a:r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Sales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r>
                        <a:t>01-09-2026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₹0.00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r>
                        <a:t>02-09-2026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₹0.00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r>
                        <a:t>03-09-2026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₹0.00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r>
                        <a:t>04-09-2026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₹0.00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r>
                        <a:t>05-09-2026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₹627.56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r>
                        <a:t>06-09-2026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₹327.04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r>
                        <a:t>07-09-2026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₹105.00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Highest sales day: 05-09-2026</a:t>
            </a:r>
            <a:br/>
            <a:r>
              <a:t>Sales: ₹627.56</a:t>
            </a:r>
            <a:br/>
            <a:br/>
            <a:r>
              <a:t>Total finalized bills: 12</a:t>
            </a:r>
            <a:br/>
            <a:br/>
            <a:r>
              <a:t>Average bill value: ₹99.50</a:t>
            </a:r>
            <a:br/>
            <a:br/>
            <a:r>
              <a:t>Only finalized bills are included in this analysis.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