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KiranaPilot Sales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Sales performance for the last 2 days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Total Sales: ₹289.40</a:t>
            </a:r>
            <a:br/>
            <a:br/>
            <a:r>
              <a:t>Total Bills: 3</a:t>
            </a:r>
            <a:br/>
            <a:br/>
            <a:r>
              <a:t>Average Bill Value: ₹96.47</a:t>
            </a:r>
            <a:br/>
            <a:br/>
            <a:r>
              <a:t>Analysis Period: 2 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Daily Sales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6400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1371600">
                <a:tc>
                  <a:txBody>
                    <a:bodyPr/>
                    <a:lstStyle/>
                    <a:p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Sales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06-09-2026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₹0.00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07-09-2026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₹105.00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Highest sales day: 07-09-2026</a:t>
            </a:r>
            <a:br/>
            <a:r>
              <a:t>Sales: ₹105.00</a:t>
            </a:r>
            <a:br/>
            <a:br/>
            <a:r>
              <a:t>Total finalized bills: 3</a:t>
            </a:r>
            <a:br/>
            <a:br/>
            <a:r>
              <a:t>Average bill value: ₹96.47</a:t>
            </a:r>
            <a:br/>
            <a:br/>
            <a:r>
              <a:t>Only finalized bills are included in this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