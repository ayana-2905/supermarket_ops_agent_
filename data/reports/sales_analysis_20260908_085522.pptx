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KiranaPilot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performance for the last 7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Total Sales: ₹1059.60</a:t>
            </a:r>
            <a:br/>
            <a:br/>
            <a:r>
              <a:t>Total Bills: 11</a:t>
            </a:r>
            <a:br/>
            <a:br/>
            <a:r>
              <a:t>Average Bill Value: ₹96.33</a:t>
            </a:r>
            <a:br/>
            <a:br/>
            <a:r>
              <a:t>Analysis Period: 7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Sales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51435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01-09-2026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02-09-2026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03-09-2026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04-09-2026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05-09-2026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₹627.56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06-09-2026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₹327.04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07-09-2026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₹105.00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Highest sales day: 05-09-2026</a:t>
            </a:r>
            <a:br/>
            <a:r>
              <a:t>Sales: ₹627.56</a:t>
            </a:r>
            <a:br/>
            <a:br/>
            <a:r>
              <a:t>Total finalized bills: 11</a:t>
            </a:r>
            <a:br/>
            <a:br/>
            <a:r>
              <a:t>Average bill value: ₹96.33</a:t>
            </a:r>
            <a:br/>
            <a:br/>
            <a:r>
              <a:t>Only finalized bills are included in this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